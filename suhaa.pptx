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7" d="100"/>
          <a:sy n="47" d="100"/>
        </p:scale>
        <p:origin x="1027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A4012-05E6-5F72-FF8A-7D5EBB3AC7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00B303-3318-3D32-CD01-F8D51AB1C8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E38241-ECB1-A051-CFAB-C4AAD474D1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13BD5-DF12-4536-89B3-0369E96D5EE0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63E95F-0309-472F-BA84-882308A16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BEE497-17D3-BDFE-2502-043D57B8B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A734C-DE3D-41F3-B697-632C544A32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45067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4B322-BFD9-E9B4-1787-771D03455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FCC38F-AADB-89AA-A801-2A566EAEB7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501844-FA4E-3FE3-773A-A4C398BBE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13BD5-DF12-4536-89B3-0369E96D5EE0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3A0B14-3DD7-2537-B830-D5C28B74E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09BB26-333A-A55B-1CD5-7BB28E27C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A734C-DE3D-41F3-B697-632C544A32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6643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5A5A67-916E-6C5D-6787-5463AB22A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A45BF3-7544-FDB0-6545-DA2CD13731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B875FB-91D6-BD87-375E-6C1F814D8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13BD5-DF12-4536-89B3-0369E96D5EE0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53B50F-A3AB-5E87-8F80-D814075C9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B07FED-0ADD-2CD7-8E98-2FBD1C495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A734C-DE3D-41F3-B697-632C544A32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10215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A96ED-7BF0-E4C0-EFBE-137D90B32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B5CCB2-1C03-37E4-B3C6-CC3B2C922C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34C6B0-3138-EF94-753B-630A781625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86C50D-8BEC-B52A-0CA2-3ACC5BD86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13BD5-DF12-4536-89B3-0369E96D5EE0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029689-708C-029D-6DB5-40FE026C7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8730D8-A815-2AB4-E784-6C9F1B553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A734C-DE3D-41F3-B697-632C544A32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9564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B1F3D-68AA-1883-A4AB-8648266AFB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BD5BE9-D8CA-188F-AA87-18DD7BEECB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4A8F2E-24E5-E191-ACF8-56228A0785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4F4608-8D84-47AD-F055-8BE8CC671B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77F9CA-2CFB-8733-DAF8-8797079235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0819666-0165-901E-1093-2CF677CC9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13BD5-DF12-4536-89B3-0369E96D5EE0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B574D7D-AF9F-D717-1193-56933C40D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9356DDA-08F3-0ED2-6AEB-96558498B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A734C-DE3D-41F3-B697-632C544A32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33743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4540C-188D-3BAF-7A99-5DF7BB340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E91117-819B-7A62-45C2-409C7F7497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13BD5-DF12-4536-89B3-0369E96D5EE0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6B4A67-CEE0-6043-2E5A-C9FC1F951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3D99C3-AEF6-031C-6EB6-FFA7A4DBD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A734C-DE3D-41F3-B697-632C544A32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57552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8E8697-8A57-8402-5913-F182A6BDC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13BD5-DF12-4536-89B3-0369E96D5EE0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A8FA38-2EE6-33E8-1E57-7FC4293DA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E2B1B3-001A-B76B-5721-2B8071B1E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A734C-DE3D-41F3-B697-632C544A32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22978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92B89-0059-5DF2-0C95-EB94FC640E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1DFFD3-8939-8E34-A9AA-111DD19716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DD3D8E-7E01-ABFF-49DB-AB0AD9ACF6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4F1A99-F95D-DD3A-956D-689F234D6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13BD5-DF12-4536-89B3-0369E96D5EE0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CA0368-ED2D-0135-274A-CA3F112D0E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4DF564-E0CD-2D93-4822-5C37BD400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A734C-DE3D-41F3-B697-632C544A32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97289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16ACD-5D21-067C-02C5-C90D19642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7FA734-D402-BB12-4F04-E97533BA03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F028C3-EA86-2649-0A8F-577E7FF826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CC59D9-D2EC-E271-F522-B4ECB975C7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13BD5-DF12-4536-89B3-0369E96D5EE0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3B52ED-2623-500B-0EA6-2AE26D0F5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EA9CC0-0C93-F0BB-FE6D-8120430D7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A734C-DE3D-41F3-B697-632C544A32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52796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4749F-35DC-B4E2-A8FD-BD8B04C2E7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DAF01B-C142-8EA9-CD7D-C025ED9DDD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08C61D-1D28-1F42-B7AD-1F715412F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13BD5-DF12-4536-89B3-0369E96D5EE0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1F0518-2B68-F07D-E071-4E6E6DB29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497CE3-16DA-5A4E-2742-CBDB3EEDA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A734C-DE3D-41F3-B697-632C544A32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76379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40A145B-8681-F621-6A4B-DB026A10B3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7E6A8D-481F-AEEF-5DAC-59B218E585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C4A3A6-D4FA-AEE0-5F11-9978445E6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13BD5-DF12-4536-89B3-0369E96D5EE0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70D95E-9BD4-19F6-0261-BB5CC11F3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0019BA-5C40-5D35-AD08-EF7A0F08C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A734C-DE3D-41F3-B697-632C544A32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67445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C2FB22-76BA-4897-FD19-6FAAFAEED0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58018E-6964-29C6-A708-64B7456EC8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FE1D8F-51AD-D30B-302D-09053D5580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713BD5-DF12-4536-89B3-0369E96D5EE0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EB2798-DF9F-F5E6-7DEE-54CB6FC17D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08C038-DF53-02C0-5C23-BDC188398D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4A734C-DE3D-41F3-B697-632C544A32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1647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253EA-EF01-C34E-1FDD-2C88BEC09A8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This is </a:t>
            </a:r>
            <a:r>
              <a:rPr lang="en-IN" dirty="0" err="1"/>
              <a:t>suha</a:t>
            </a:r>
            <a:br>
              <a:rPr lang="en-IN" dirty="0"/>
            </a:br>
            <a:br>
              <a:rPr lang="en-IN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39CC37-FAF8-70EA-A13C-FCEEDA4A10C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/>
              <a:t>25cdr107</a:t>
            </a:r>
          </a:p>
        </p:txBody>
      </p:sp>
    </p:spTree>
    <p:extLst>
      <p:ext uri="{BB962C8B-B14F-4D97-AF65-F5344CB8AC3E}">
        <p14:creationId xmlns:p14="http://schemas.microsoft.com/office/powerpoint/2010/main" val="30356403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This is suha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SUHA SAJANI S</dc:creator>
  <cp:lastModifiedBy>SUHA SAJANI S</cp:lastModifiedBy>
  <cp:revision>3</cp:revision>
  <dcterms:created xsi:type="dcterms:W3CDTF">2025-11-20T06:29:15Z</dcterms:created>
  <dcterms:modified xsi:type="dcterms:W3CDTF">2025-11-20T06:48:08Z</dcterms:modified>
</cp:coreProperties>
</file>